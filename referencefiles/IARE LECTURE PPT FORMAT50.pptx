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authors.xml" ContentType="application/vnd.ms-powerpoint.author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embedTrueTypeFonts="1" autoCompressPictures="0">
  <p:sldMasterIdLst>
    <p:sldMasterId id="2147483932" r:id="rId1"/>
  </p:sldMasterIdLst>
  <p:notesMasterIdLst>
    <p:notesMasterId r:id="rId24"/>
  </p:notesMasterIdLst>
  <p:handoutMasterIdLst>
    <p:handoutMasterId r:id="rId25"/>
  </p:handoutMasterIdLst>
  <p:sldIdLst>
    <p:sldId id="491" r:id="rId2"/>
    <p:sldId id="541" r:id="rId3"/>
    <p:sldId id="552" r:id="rId4"/>
    <p:sldId id="553" r:id="rId5"/>
    <p:sldId id="554" r:id="rId6"/>
    <p:sldId id="555" r:id="rId7"/>
    <p:sldId id="556" r:id="rId8"/>
    <p:sldId id="557" r:id="rId9"/>
    <p:sldId id="558" r:id="rId10"/>
    <p:sldId id="559" r:id="rId11"/>
    <p:sldId id="560" r:id="rId12"/>
    <p:sldId id="542" r:id="rId13"/>
    <p:sldId id="543" r:id="rId14"/>
    <p:sldId id="544" r:id="rId15"/>
    <p:sldId id="545" r:id="rId16"/>
    <p:sldId id="546" r:id="rId17"/>
    <p:sldId id="547" r:id="rId18"/>
    <p:sldId id="548" r:id="rId19"/>
    <p:sldId id="549" r:id="rId20"/>
    <p:sldId id="550" r:id="rId21"/>
    <p:sldId id="551" r:id="rId22"/>
    <p:sldId id="514" r:id="rId23"/>
  </p:sldIdLst>
  <p:sldSz cx="9144000" cy="5143500" type="screen16x9"/>
  <p:notesSz cx="6858000" cy="9296400"/>
  <p:embeddedFontLst>
    <p:embeddedFont>
      <p:font typeface="Garamond" panose="02020404030301010803" pitchFamily="18" charset="0"/>
      <p:regular r:id="rId26"/>
      <p:bold r:id="rId27"/>
      <p:italic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43">
          <p15:clr>
            <a:srgbClr val="A4A3A4"/>
          </p15:clr>
        </p15:guide>
        <p15:guide id="2" orient="horz" pos="325">
          <p15:clr>
            <a:srgbClr val="A4A3A4"/>
          </p15:clr>
        </p15:guide>
        <p15:guide id="3" orient="horz" pos="2917">
          <p15:clr>
            <a:srgbClr val="A4A3A4"/>
          </p15:clr>
        </p15:guide>
        <p15:guide id="4" orient="horz" pos="399">
          <p15:clr>
            <a:srgbClr val="A4A3A4"/>
          </p15:clr>
        </p15:guide>
        <p15:guide id="5" pos="576">
          <p15:clr>
            <a:srgbClr val="A4A3A4"/>
          </p15:clr>
        </p15:guide>
        <p15:guide id="6" pos="5184">
          <p15:clr>
            <a:srgbClr val="A4A3A4"/>
          </p15:clr>
        </p15:guide>
        <p15:guide id="7" pos="2880">
          <p15:clr>
            <a:srgbClr val="A4A3A4"/>
          </p15:clr>
        </p15:guide>
        <p15:guide id="8" pos="5108">
          <p15:clr>
            <a:srgbClr val="A4A3A4"/>
          </p15:clr>
        </p15:guide>
        <p15:guide id="9" pos="653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592">
          <p15:clr>
            <a:srgbClr val="A4A3A4"/>
          </p15:clr>
        </p15:guide>
        <p15:guide id="2" orient="horz" pos="5542">
          <p15:clr>
            <a:srgbClr val="A4A3A4"/>
          </p15:clr>
        </p15:guide>
        <p15:guide id="3" orient="horz" pos="5777">
          <p15:clr>
            <a:srgbClr val="A4A3A4"/>
          </p15:clr>
        </p15:guide>
        <p15:guide id="4" pos="286">
          <p15:clr>
            <a:srgbClr val="A4A3A4"/>
          </p15:clr>
        </p15:guide>
        <p15:guide id="5" pos="4033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4170"/>
    <a:srgbClr val="005094"/>
    <a:srgbClr val="959596"/>
    <a:srgbClr val="F0F1F1"/>
    <a:srgbClr val="004670"/>
    <a:srgbClr val="00468C"/>
    <a:srgbClr val="004D8E"/>
    <a:srgbClr val="145094"/>
    <a:srgbClr val="005100"/>
    <a:srgbClr val="3A19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5" autoAdjust="0"/>
    <p:restoredTop sz="89011" autoAdjust="0"/>
  </p:normalViewPr>
  <p:slideViewPr>
    <p:cSldViewPr snapToGrid="0" showGuides="1">
      <p:cViewPr varScale="1">
        <p:scale>
          <a:sx n="100" d="100"/>
          <a:sy n="100" d="100"/>
        </p:scale>
        <p:origin x="456" y="78"/>
      </p:cViewPr>
      <p:guideLst>
        <p:guide orient="horz" pos="2843"/>
        <p:guide orient="horz" pos="325"/>
        <p:guide orient="horz" pos="2917"/>
        <p:guide orient="horz" pos="399"/>
        <p:guide pos="576"/>
        <p:guide pos="5184"/>
        <p:guide pos="2880"/>
        <p:guide pos="5108"/>
        <p:guide pos="653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1" d="100"/>
        <a:sy n="71" d="100"/>
      </p:scale>
      <p:origin x="0" y="0"/>
    </p:cViewPr>
  </p:sorterViewPr>
  <p:notesViewPr>
    <p:cSldViewPr snapToGrid="0">
      <p:cViewPr varScale="1">
        <p:scale>
          <a:sx n="86" d="100"/>
          <a:sy n="86" d="100"/>
        </p:scale>
        <p:origin x="-3894" y="-96"/>
      </p:cViewPr>
      <p:guideLst>
        <p:guide orient="horz" pos="2592"/>
        <p:guide orient="horz" pos="5542"/>
        <p:guide orient="horz" pos="5777"/>
        <p:guide pos="286"/>
        <p:guide pos="4033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33" Type="http://schemas.microsoft.com/office/2018/10/relationships/authors" Target="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2832942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12750" y="400050"/>
            <a:ext cx="61976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>
          <a:xfrm>
            <a:off x="685800" y="4416425"/>
            <a:ext cx="5486400" cy="418306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5074831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114300" indent="-114300" algn="l" defTabSz="914400" rtl="0" eaLnBrk="1" latinLnBrk="0" hangingPunct="1">
      <a:spcBef>
        <a:spcPts val="800"/>
      </a:spcBef>
      <a:buFont typeface="Arial" pitchFamily="34" charset="0"/>
      <a:buChar char="•"/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285750" indent="-112713" algn="l" defTabSz="914400" rtl="0" eaLnBrk="1" latinLnBrk="0" hangingPunct="1">
      <a:spcBef>
        <a:spcPts val="200"/>
      </a:spcBef>
      <a:buFont typeface="Arial" pitchFamily="34" charset="0"/>
      <a:buChar char="•"/>
      <a:defRPr sz="11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403225" indent="-117475" algn="l" defTabSz="914400" rtl="0" eaLnBrk="1" latinLnBrk="0" hangingPunct="1">
      <a:spcBef>
        <a:spcPts val="200"/>
      </a:spcBef>
      <a:buFont typeface="Arial" pitchFamily="34" charset="0"/>
      <a:buChar char="•"/>
      <a:defRPr sz="105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569913" indent="-112713" algn="l" defTabSz="914400" rtl="0" eaLnBrk="1" latinLnBrk="0" hangingPunct="1">
      <a:spcBef>
        <a:spcPts val="200"/>
      </a:spcBef>
      <a:buFont typeface="Arial" pitchFamily="34" charset="0"/>
      <a:buChar char="•"/>
      <a:defRPr sz="105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457200" indent="114300" algn="l" defTabSz="914400" rtl="0" eaLnBrk="1" latinLnBrk="0" hangingPunct="1">
      <a:buFont typeface="Arial" pitchFamily="34" charset="0"/>
      <a:buChar char="•"/>
      <a:defRPr sz="1050" kern="1200">
        <a:solidFill>
          <a:schemeClr val="tx1"/>
        </a:solidFill>
        <a:latin typeface="+mn-lt"/>
        <a:ea typeface="+mn-ea"/>
        <a:cs typeface="Arial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12750" y="400050"/>
            <a:ext cx="6197600" cy="348615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03097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5749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7537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3598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68590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25140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81596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4285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24141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17461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51724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15673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869085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54547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778696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518039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543502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42577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38649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440398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60278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gradFill flip="none" rotWithShape="1">
          <a:gsLst>
            <a:gs pos="0">
              <a:srgbClr val="F1F2F2"/>
            </a:gs>
            <a:gs pos="100000">
              <a:srgbClr val="EBEBEC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 bwMode="auto">
          <a:xfrm>
            <a:off x="0" y="0"/>
            <a:ext cx="9143999" cy="1718222"/>
          </a:xfrm>
          <a:prstGeom prst="rect">
            <a:avLst/>
          </a:prstGeom>
          <a:gradFill flip="none" rotWithShape="1">
            <a:gsLst>
              <a:gs pos="0">
                <a:srgbClr val="004170"/>
              </a:gs>
              <a:gs pos="50000">
                <a:srgbClr val="005094"/>
              </a:gs>
              <a:gs pos="100000">
                <a:srgbClr val="004170"/>
              </a:gs>
            </a:gsLst>
            <a:path path="circle">
              <a:fillToRect l="100000" t="100000"/>
            </a:path>
            <a:tileRect r="-100000" b="-100000"/>
          </a:gradFill>
          <a:ln w="19050" algn="ctr">
            <a:noFill/>
            <a:miter lim="800000"/>
            <a:headEnd/>
            <a:tailEnd/>
          </a:ln>
        </p:spPr>
        <p:txBody>
          <a:bodyPr wrap="none" rtlCol="0" anchor="ctr"/>
          <a:lstStyle/>
          <a:p>
            <a:pPr algn="ctr">
              <a:lnSpc>
                <a:spcPct val="90000"/>
              </a:lnSpc>
            </a:pPr>
            <a:endParaRPr lang="en-US" sz="1600" b="1" dirty="0" err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35" name="Title 34"/>
          <p:cNvSpPr>
            <a:spLocks noGrp="1"/>
          </p:cNvSpPr>
          <p:nvPr>
            <p:ph type="title" hasCustomPrompt="1"/>
          </p:nvPr>
        </p:nvSpPr>
        <p:spPr>
          <a:xfrm>
            <a:off x="1039439" y="2180420"/>
            <a:ext cx="7069512" cy="517065"/>
          </a:xfrm>
        </p:spPr>
        <p:txBody>
          <a:bodyPr vert="horz" wrap="square" lIns="0" tIns="0" rIns="0" bIns="45720" rtlCol="0" anchor="b">
            <a:sp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400" b="0" i="0" u="none" strike="noStrike" kern="1200" cap="none" spc="0" normalizeH="0" baseline="0" noProof="0">
                <a:ln>
                  <a:noFill/>
                </a:ln>
                <a:solidFill>
                  <a:srgbClr val="004170"/>
                </a:solidFill>
                <a:effectLst/>
                <a:uLnTx/>
                <a:uFillTx/>
                <a:latin typeface="+mj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Presentation Title Here</a:t>
            </a:r>
          </a:p>
        </p:txBody>
      </p:sp>
      <p:sp>
        <p:nvSpPr>
          <p:cNvPr id="38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039438" y="2685678"/>
            <a:ext cx="7069512" cy="380873"/>
          </a:xfrm>
        </p:spPr>
        <p:txBody>
          <a:bodyPr anchor="t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None/>
              <a:defRPr sz="2600" i="0" spc="0" baseline="0">
                <a:solidFill>
                  <a:srgbClr val="525252"/>
                </a:solidFill>
                <a:latin typeface="+mj-lt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lnSpc>
                <a:spcPct val="75000"/>
              </a:lnSpc>
              <a:spcBef>
                <a:spcPts val="1400"/>
              </a:spcBef>
              <a:buFont typeface="Arial" pitchFamily="34" charset="0"/>
              <a:buNone/>
            </a:pPr>
            <a:r>
              <a:rPr lang="en-US" dirty="0"/>
              <a:t>Subtitle Title Here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1036637" y="3311968"/>
            <a:ext cx="7072313" cy="872001"/>
          </a:xfrm>
        </p:spPr>
        <p:txBody>
          <a:bodyPr vert="horz" wrap="square" lIns="0" tIns="0" rIns="0" bIns="45720" rtlCol="0" anchor="t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lang="en-US" sz="1800" i="0" baseline="0" dirty="0" smtClean="0">
                <a:solidFill>
                  <a:srgbClr val="525252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  <a:lvl2pPr>
              <a:defRPr lang="en-US" sz="1800" dirty="0" smtClean="0">
                <a:latin typeface="+mn-lt"/>
              </a:defRPr>
            </a:lvl2pPr>
            <a:lvl3pPr>
              <a:defRPr lang="en-US" sz="1800" dirty="0" smtClean="0">
                <a:latin typeface="+mn-lt"/>
              </a:defRPr>
            </a:lvl3pPr>
            <a:lvl4pPr>
              <a:defRPr lang="en-US" sz="1800" dirty="0" smtClean="0">
                <a:latin typeface="+mn-lt"/>
              </a:defRPr>
            </a:lvl4pPr>
            <a:lvl5pPr>
              <a:defRPr lang="en-US" sz="1800" dirty="0">
                <a:latin typeface="+mn-lt"/>
              </a:defRPr>
            </a:lvl5pPr>
          </a:lstStyle>
          <a:p>
            <a:pPr marL="0" lvl="0"/>
            <a:r>
              <a:rPr lang="en-US" dirty="0"/>
              <a:t>Presenter’s Name</a:t>
            </a:r>
          </a:p>
          <a:p>
            <a:pPr marL="0" lvl="0"/>
            <a:r>
              <a:rPr lang="en-US" dirty="0"/>
              <a:t>Department Name</a:t>
            </a:r>
          </a:p>
          <a:p>
            <a:pPr marL="0" lvl="0"/>
            <a:r>
              <a:rPr lang="en-US" dirty="0"/>
              <a:t>Presentation Date</a:t>
            </a:r>
          </a:p>
        </p:txBody>
      </p:sp>
      <p:pic>
        <p:nvPicPr>
          <p:cNvPr id="4" name="Picture 3" descr="A black and white sign with white text&#10;&#10;Description automatically generated">
            <a:extLst>
              <a:ext uri="{FF2B5EF4-FFF2-40B4-BE49-F238E27FC236}">
                <a16:creationId xmlns:a16="http://schemas.microsoft.com/office/drawing/2014/main" id="{22ECB0BC-81E2-7657-ED1B-DEB6D4FDB02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6637" y="552043"/>
            <a:ext cx="3535363" cy="814976"/>
          </a:xfrm>
          <a:prstGeom prst="rect">
            <a:avLst/>
          </a:prstGeom>
        </p:spPr>
      </p:pic>
      <p:sp>
        <p:nvSpPr>
          <p:cNvPr id="2" name="Slide Number Placeholder 10">
            <a:extLst>
              <a:ext uri="{FF2B5EF4-FFF2-40B4-BE49-F238E27FC236}">
                <a16:creationId xmlns:a16="http://schemas.microsoft.com/office/drawing/2014/main" id="{27E3040A-260C-E508-C6ED-F8F8128686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66073" y="4817444"/>
            <a:ext cx="514350" cy="3260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005094"/>
                </a:solidFill>
              </a:defRPr>
            </a:lvl1pPr>
          </a:lstStyle>
          <a:p>
            <a:fld id="{4B327F5A-7D8F-4012-9A1A-2197D74A174F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5010327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 Only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2E61E00C-A024-71C3-971F-1AFA495F9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762" y="224941"/>
            <a:ext cx="8349916" cy="507831"/>
          </a:xfrm>
        </p:spPr>
        <p:txBody>
          <a:bodyPr anchor="ctr"/>
          <a:lstStyle>
            <a:lvl1pPr algn="l">
              <a:lnSpc>
                <a:spcPct val="100000"/>
              </a:lnSpc>
              <a:defRPr>
                <a:solidFill>
                  <a:srgbClr val="00509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4699680-FAA4-1DB9-3017-2EB126F0B7B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42762" y="1281272"/>
            <a:ext cx="8349916" cy="3329229"/>
          </a:xfrm>
        </p:spPr>
        <p:txBody>
          <a:bodyPr/>
          <a:lstStyle>
            <a:lvl1pPr marL="168275" indent="-168275">
              <a:buClr>
                <a:srgbClr val="005094"/>
              </a:buClr>
              <a:buFont typeface="Wingdings" panose="05000000000000000000" pitchFamily="2" charset="2"/>
              <a:buChar char="§"/>
              <a:defRPr lang="en-US" sz="2100" b="0" kern="1200" dirty="0">
                <a:solidFill>
                  <a:srgbClr val="525252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457200" indent="-227013">
              <a:buClr>
                <a:srgbClr val="005094"/>
              </a:buClr>
              <a:buFont typeface="Arial" panose="020B0604020202020204" pitchFamily="34" charset="0"/>
              <a:buChar char="•"/>
              <a:defRPr sz="2100"/>
            </a:lvl2pPr>
            <a:lvl3pPr marL="742950" indent="-227013">
              <a:buClr>
                <a:srgbClr val="005094"/>
              </a:buClr>
              <a:buFont typeface="Arial" panose="020B0604020202020204" pitchFamily="34" charset="0"/>
              <a:buChar char="•"/>
              <a:defRPr sz="2100"/>
            </a:lvl3pPr>
            <a:lvl4pPr marL="1028700" indent="-228600">
              <a:buClr>
                <a:srgbClr val="005094"/>
              </a:buClr>
              <a:buFont typeface="Arial" panose="020B0604020202020204" pitchFamily="34" charset="0"/>
              <a:buChar char="•"/>
              <a:defRPr sz="2100"/>
            </a:lvl4pPr>
            <a:lvl5pPr marL="1312863" indent="-227013">
              <a:buClr>
                <a:srgbClr val="005094"/>
              </a:buClr>
              <a:buFont typeface="Arial" panose="020B0604020202020204" pitchFamily="34" charset="0"/>
              <a:buChar char="•"/>
              <a:defRPr sz="2100"/>
            </a:lvl5pPr>
          </a:lstStyle>
          <a:p>
            <a:pPr lvl="0"/>
            <a:r>
              <a:rPr lang="en-US" dirty="0"/>
              <a:t>Click to edit Master text styles Arial 21 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F5B61543-7882-6964-E3B2-96834DF582B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42762" y="811374"/>
            <a:ext cx="8349916" cy="391296"/>
          </a:xfrm>
        </p:spPr>
        <p:txBody>
          <a:bodyPr/>
          <a:lstStyle>
            <a:lvl1pPr marL="0" indent="0">
              <a:buNone/>
              <a:defRPr sz="2400" b="0" baseline="0">
                <a:latin typeface="+mj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5094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US" dirty="0"/>
              <a:t>Subhead Arial 24 pt</a:t>
            </a:r>
          </a:p>
        </p:txBody>
      </p:sp>
      <p:sp>
        <p:nvSpPr>
          <p:cNvPr id="5" name="Slide Number Placeholder 10">
            <a:extLst>
              <a:ext uri="{FF2B5EF4-FFF2-40B4-BE49-F238E27FC236}">
                <a16:creationId xmlns:a16="http://schemas.microsoft.com/office/drawing/2014/main" id="{B6E1C1BA-C71F-EB80-D432-69C26EFAF2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66073" y="4817444"/>
            <a:ext cx="514350" cy="3260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4B327F5A-7D8F-4012-9A1A-2197D74A174F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3563943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Head Only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2E61E00C-A024-71C3-971F-1AFA495F9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762" y="224941"/>
            <a:ext cx="8349916" cy="507831"/>
          </a:xfrm>
        </p:spPr>
        <p:txBody>
          <a:bodyPr anchor="ctr"/>
          <a:lstStyle>
            <a:lvl1pPr algn="l">
              <a:lnSpc>
                <a:spcPct val="100000"/>
              </a:lnSpc>
              <a:defRPr>
                <a:solidFill>
                  <a:srgbClr val="00509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4699680-FAA4-1DB9-3017-2EB126F0B7B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42762" y="914400"/>
            <a:ext cx="8349916" cy="3696101"/>
          </a:xfrm>
        </p:spPr>
        <p:txBody>
          <a:bodyPr/>
          <a:lstStyle>
            <a:lvl1pPr marL="168275" indent="-168275">
              <a:buClr>
                <a:srgbClr val="005094"/>
              </a:buClr>
              <a:buFont typeface="Wingdings" panose="05000000000000000000" pitchFamily="2" charset="2"/>
              <a:buChar char="§"/>
              <a:defRPr lang="en-US" sz="2100" b="0" kern="1200" dirty="0">
                <a:solidFill>
                  <a:srgbClr val="525252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457200" indent="-227013">
              <a:buClr>
                <a:srgbClr val="005094"/>
              </a:buClr>
              <a:buFont typeface="Arial" panose="020B0604020202020204" pitchFamily="34" charset="0"/>
              <a:buChar char="•"/>
              <a:defRPr sz="2100"/>
            </a:lvl2pPr>
            <a:lvl3pPr marL="742950" indent="-227013">
              <a:buClr>
                <a:srgbClr val="005094"/>
              </a:buClr>
              <a:buFont typeface="Arial" panose="020B0604020202020204" pitchFamily="34" charset="0"/>
              <a:buChar char="•"/>
              <a:defRPr sz="2100"/>
            </a:lvl3pPr>
            <a:lvl4pPr marL="1028700" indent="-228600">
              <a:buClr>
                <a:srgbClr val="005094"/>
              </a:buClr>
              <a:buFont typeface="Arial" panose="020B0604020202020204" pitchFamily="34" charset="0"/>
              <a:buChar char="•"/>
              <a:defRPr sz="2100"/>
            </a:lvl4pPr>
            <a:lvl5pPr marL="1312863" indent="-227013">
              <a:buClr>
                <a:srgbClr val="005094"/>
              </a:buClr>
              <a:buFont typeface="Arial" panose="020B0604020202020204" pitchFamily="34" charset="0"/>
              <a:buChar char="•"/>
              <a:defRPr sz="2100"/>
            </a:lvl5pPr>
          </a:lstStyle>
          <a:p>
            <a:pPr lvl="0"/>
            <a:r>
              <a:rPr lang="en-US" dirty="0"/>
              <a:t>Click to edit Master text styles Arial 21 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10">
            <a:extLst>
              <a:ext uri="{FF2B5EF4-FFF2-40B4-BE49-F238E27FC236}">
                <a16:creationId xmlns:a16="http://schemas.microsoft.com/office/drawing/2014/main" id="{83995F0A-3F7A-B3B5-92B5-8366353D35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66073" y="4817444"/>
            <a:ext cx="514350" cy="3260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4B327F5A-7D8F-4012-9A1A-2197D74A174F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9081155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ead Only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2E61E00C-A024-71C3-971F-1AFA495F9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762" y="224941"/>
            <a:ext cx="8349916" cy="507831"/>
          </a:xfrm>
        </p:spPr>
        <p:txBody>
          <a:bodyPr anchor="ctr"/>
          <a:lstStyle>
            <a:lvl1pPr algn="l">
              <a:lnSpc>
                <a:spcPct val="100000"/>
              </a:lnSpc>
              <a:defRPr>
                <a:solidFill>
                  <a:srgbClr val="00509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4699680-FAA4-1DB9-3017-2EB126F0B7B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42762" y="914400"/>
            <a:ext cx="4129238" cy="3696101"/>
          </a:xfrm>
        </p:spPr>
        <p:txBody>
          <a:bodyPr/>
          <a:lstStyle>
            <a:lvl1pPr marL="168275" indent="-168275">
              <a:buClr>
                <a:srgbClr val="005094"/>
              </a:buClr>
              <a:buFont typeface="Wingdings" panose="05000000000000000000" pitchFamily="2" charset="2"/>
              <a:buChar char="§"/>
              <a:defRPr sz="1800"/>
            </a:lvl1pPr>
            <a:lvl2pPr marL="457200" indent="-227013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2pPr>
            <a:lvl3pPr marL="742950" indent="-227013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3pPr>
            <a:lvl4pPr marL="1028700" indent="-228600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4pPr>
            <a:lvl5pPr marL="1312863" indent="-227013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5pPr>
          </a:lstStyle>
          <a:p>
            <a:pPr lvl="0"/>
            <a:r>
              <a:rPr lang="en-US" dirty="0"/>
              <a:t>Click to edit Master text styles Arial 18 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CC01E633-FAA4-F7B4-3893-A1FFB20A9C4A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4719587" y="914399"/>
            <a:ext cx="4073090" cy="3696101"/>
          </a:xfrm>
        </p:spPr>
        <p:txBody>
          <a:bodyPr/>
          <a:lstStyle>
            <a:lvl1pPr marL="177800" indent="-177800">
              <a:buClr>
                <a:srgbClr val="005094"/>
              </a:buClr>
              <a:buFont typeface="Wingdings" panose="05000000000000000000" pitchFamily="2" charset="2"/>
              <a:buChar char="§"/>
              <a:defRPr lang="en-US" sz="1800" b="0" kern="1200" dirty="0" smtClean="0">
                <a:solidFill>
                  <a:srgbClr val="525252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457200" indent="-227013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2pPr>
            <a:lvl3pPr marL="742950" indent="-227013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3pPr>
            <a:lvl4pPr marL="1028700" indent="-228600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4pPr>
            <a:lvl5pPr marL="1312863" indent="-227013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5pPr>
          </a:lstStyle>
          <a:p>
            <a:pPr lvl="0"/>
            <a:r>
              <a:rPr lang="en-US" dirty="0"/>
              <a:t>Click to edit Master text styles Arial 18 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E827E89-9151-3A74-8245-090B5BDB5693}"/>
              </a:ext>
            </a:extLst>
          </p:cNvPr>
          <p:cNvCxnSpPr/>
          <p:nvPr userDrawn="1"/>
        </p:nvCxnSpPr>
        <p:spPr>
          <a:xfrm>
            <a:off x="4648200" y="914399"/>
            <a:ext cx="0" cy="3696101"/>
          </a:xfrm>
          <a:prstGeom prst="line">
            <a:avLst/>
          </a:prstGeom>
          <a:ln w="19050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0316EA-52B2-E66C-2424-81E6401E862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B327F5A-7D8F-4012-9A1A-2197D74A174F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0769453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Head Only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2E61E00C-A024-71C3-971F-1AFA495F9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762" y="224941"/>
            <a:ext cx="8349916" cy="507831"/>
          </a:xfrm>
        </p:spPr>
        <p:txBody>
          <a:bodyPr anchor="ctr"/>
          <a:lstStyle>
            <a:lvl1pPr algn="l">
              <a:lnSpc>
                <a:spcPct val="100000"/>
              </a:lnSpc>
              <a:defRPr>
                <a:solidFill>
                  <a:srgbClr val="00509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4699680-FAA4-1DB9-3017-2EB126F0B7B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42762" y="1231900"/>
            <a:ext cx="4073091" cy="3378601"/>
          </a:xfrm>
        </p:spPr>
        <p:txBody>
          <a:bodyPr/>
          <a:lstStyle>
            <a:lvl1pPr marL="168275" indent="-168275">
              <a:buClr>
                <a:srgbClr val="005094"/>
              </a:buClr>
              <a:buFont typeface="Wingdings" panose="05000000000000000000" pitchFamily="2" charset="2"/>
              <a:buChar char="§"/>
              <a:defRPr sz="1800"/>
            </a:lvl1pPr>
            <a:lvl2pPr marL="457200" indent="-227013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2pPr>
            <a:lvl3pPr marL="742950" indent="-227013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3pPr>
            <a:lvl4pPr marL="1028700" indent="-228600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4pPr>
            <a:lvl5pPr marL="1312863" indent="-227013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5pPr>
          </a:lstStyle>
          <a:p>
            <a:pPr lvl="0"/>
            <a:r>
              <a:rPr lang="en-US" dirty="0"/>
              <a:t>Click to edit Master text styles Arial 18 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CC01E633-FAA4-F7B4-3893-A1FFB20A9C4A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4719587" y="1231899"/>
            <a:ext cx="4073091" cy="3378601"/>
          </a:xfrm>
        </p:spPr>
        <p:txBody>
          <a:bodyPr/>
          <a:lstStyle>
            <a:lvl1pPr marL="177800" indent="-177800">
              <a:buClr>
                <a:srgbClr val="005094"/>
              </a:buClr>
              <a:buFont typeface="Wingdings" panose="05000000000000000000" pitchFamily="2" charset="2"/>
              <a:buChar char="§"/>
              <a:defRPr lang="en-US" sz="1800" b="0" kern="1200" dirty="0" smtClean="0">
                <a:solidFill>
                  <a:srgbClr val="525252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457200" indent="-227013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2pPr>
            <a:lvl3pPr marL="742950" indent="-227013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3pPr>
            <a:lvl4pPr marL="1028700" indent="-228600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4pPr>
            <a:lvl5pPr marL="1312863" indent="-227013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5pPr>
          </a:lstStyle>
          <a:p>
            <a:pPr lvl="0"/>
            <a:r>
              <a:rPr lang="en-US" dirty="0"/>
              <a:t>Click to edit Master text styles Arial 18 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5E50042-44DF-8EE4-2BDC-CEF9F7C242A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42762" y="811374"/>
            <a:ext cx="4073091" cy="391296"/>
          </a:xfrm>
        </p:spPr>
        <p:txBody>
          <a:bodyPr/>
          <a:lstStyle>
            <a:lvl1pPr marL="0" indent="0">
              <a:buNone/>
              <a:defRPr sz="2100" b="0" baseline="0">
                <a:latin typeface="+mj-lt"/>
              </a:defRPr>
            </a:lvl1pPr>
          </a:lstStyle>
          <a:p>
            <a:pPr lvl="0"/>
            <a:r>
              <a:rPr lang="en-US" dirty="0"/>
              <a:t>Subhead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2D5A961-AD54-E74B-A114-4A6BF3102F2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19587" y="811374"/>
            <a:ext cx="4073091" cy="391296"/>
          </a:xfrm>
        </p:spPr>
        <p:txBody>
          <a:bodyPr/>
          <a:lstStyle>
            <a:lvl1pPr marL="0" indent="0">
              <a:buNone/>
              <a:defRPr sz="2100" b="0" baseline="0">
                <a:latin typeface="+mj-lt"/>
              </a:defRPr>
            </a:lvl1pPr>
          </a:lstStyle>
          <a:p>
            <a:pPr lvl="0"/>
            <a:r>
              <a:rPr lang="en-US" dirty="0"/>
              <a:t>Subhead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4A16F23-89BB-6D08-1419-74F0F035C8BE}"/>
              </a:ext>
            </a:extLst>
          </p:cNvPr>
          <p:cNvCxnSpPr>
            <a:cxnSpLocks/>
          </p:cNvCxnSpPr>
          <p:nvPr userDrawn="1"/>
        </p:nvCxnSpPr>
        <p:spPr>
          <a:xfrm>
            <a:off x="4615542" y="811374"/>
            <a:ext cx="0" cy="3799126"/>
          </a:xfrm>
          <a:prstGeom prst="line">
            <a:avLst/>
          </a:prstGeom>
          <a:ln w="19050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95CB157-652B-FD48-276D-25DEB55BE62D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4B327F5A-7D8F-4012-9A1A-2197D74A174F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2511892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Head Only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2E61E00C-A024-71C3-971F-1AFA495F9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763" y="224941"/>
            <a:ext cx="4172780" cy="507831"/>
          </a:xfrm>
        </p:spPr>
        <p:txBody>
          <a:bodyPr anchor="ctr"/>
          <a:lstStyle>
            <a:lvl1pPr algn="l">
              <a:lnSpc>
                <a:spcPct val="100000"/>
              </a:lnSpc>
              <a:defRPr>
                <a:solidFill>
                  <a:srgbClr val="00509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4699680-FAA4-1DB9-3017-2EB126F0B7B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42762" y="914400"/>
            <a:ext cx="4129238" cy="3909599"/>
          </a:xfrm>
        </p:spPr>
        <p:txBody>
          <a:bodyPr/>
          <a:lstStyle>
            <a:lvl1pPr marL="168275" indent="-168275">
              <a:buClr>
                <a:srgbClr val="005094"/>
              </a:buClr>
              <a:buFont typeface="Wingdings" panose="05000000000000000000" pitchFamily="2" charset="2"/>
              <a:buChar char="§"/>
              <a:defRPr sz="1800"/>
            </a:lvl1pPr>
            <a:lvl2pPr marL="457200" indent="-227013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2pPr>
            <a:lvl3pPr marL="742950" indent="-227013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3pPr>
            <a:lvl4pPr marL="1028700" indent="-228600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4pPr>
            <a:lvl5pPr marL="1312863" indent="-227013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5pPr>
          </a:lstStyle>
          <a:p>
            <a:pPr lvl="0"/>
            <a:r>
              <a:rPr lang="en-US" dirty="0"/>
              <a:t>Click to edit Master text styles Arial 18 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4347B7A-C657-3FE9-22B7-3CC668DB6950}"/>
              </a:ext>
            </a:extLst>
          </p:cNvPr>
          <p:cNvSpPr/>
          <p:nvPr userDrawn="1"/>
        </p:nvSpPr>
        <p:spPr bwMode="auto">
          <a:xfrm>
            <a:off x="4615543" y="-1"/>
            <a:ext cx="4528457" cy="4824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wrap="none" rtlCol="0" anchor="ctr"/>
          <a:lstStyle/>
          <a:p>
            <a:pPr algn="ctr">
              <a:lnSpc>
                <a:spcPct val="90000"/>
              </a:lnSpc>
            </a:pPr>
            <a:endParaRPr lang="en-IN" sz="1600" b="1" dirty="0" err="1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10" name="Picture 9" descr="A blue and black logo&#10;&#10;Description automatically generated">
            <a:extLst>
              <a:ext uri="{FF2B5EF4-FFF2-40B4-BE49-F238E27FC236}">
                <a16:creationId xmlns:a16="http://schemas.microsoft.com/office/drawing/2014/main" id="{40CE9278-0846-9AE8-9D92-1F511FEF89A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74035"/>
          <a:stretch/>
        </p:blipFill>
        <p:spPr>
          <a:xfrm>
            <a:off x="8366780" y="118792"/>
            <a:ext cx="712936" cy="720000"/>
          </a:xfrm>
          <a:prstGeom prst="rect">
            <a:avLst/>
          </a:prstGeo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24A5AC1D-4AC1-E5E8-42A4-265DA6380F7C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4757057" y="224941"/>
            <a:ext cx="4031264" cy="4599058"/>
          </a:xfrm>
        </p:spPr>
        <p:txBody>
          <a:bodyPr/>
          <a:lstStyle>
            <a:lvl1pPr marL="168275" indent="-168275">
              <a:buClr>
                <a:srgbClr val="005094"/>
              </a:buClr>
              <a:buFont typeface="Wingdings" panose="05000000000000000000" pitchFamily="2" charset="2"/>
              <a:buChar char="§"/>
              <a:defRPr sz="1800"/>
            </a:lvl1pPr>
            <a:lvl2pPr marL="457200" indent="-227013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2pPr>
            <a:lvl3pPr marL="742950" indent="-227013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3pPr>
            <a:lvl4pPr marL="1028700" indent="-228600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4pPr>
            <a:lvl5pPr marL="1312863" indent="-227013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5pPr>
          </a:lstStyle>
          <a:p>
            <a:pPr lvl="0"/>
            <a:r>
              <a:rPr lang="en-US" dirty="0"/>
              <a:t>Click to edit Master text styles Arial 18 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DFEFC393-0E33-BA79-84B9-ABFC3419BC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B327F5A-7D8F-4012-9A1A-2197D74A174F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2964950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Head Only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2E61E00C-A024-71C3-971F-1AFA495F9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762" y="224941"/>
            <a:ext cx="8349916" cy="507831"/>
          </a:xfrm>
        </p:spPr>
        <p:txBody>
          <a:bodyPr anchor="ctr"/>
          <a:lstStyle>
            <a:lvl1pPr algn="l">
              <a:lnSpc>
                <a:spcPct val="100000"/>
              </a:lnSpc>
              <a:defRPr>
                <a:solidFill>
                  <a:srgbClr val="00509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C88ECE2B-4210-587A-559B-CBA9E5768BE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44366" y="903514"/>
            <a:ext cx="8348312" cy="3733799"/>
          </a:xfrm>
        </p:spPr>
        <p:txBody>
          <a:bodyPr/>
          <a:lstStyle>
            <a:lvl1pPr marL="0" indent="0">
              <a:buFontTx/>
              <a:buNone/>
              <a:defRPr sz="2100">
                <a:latin typeface="+mj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51237F"/>
              </a:buClr>
              <a:buSzTx/>
              <a:buFontTx/>
              <a:buNone/>
              <a:tabLst/>
              <a:defRPr/>
            </a:pPr>
            <a:r>
              <a:rPr lang="en-US" dirty="0"/>
              <a:t>Subhead Arial 21 pt</a:t>
            </a:r>
            <a:endParaRPr lang="en-I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51237F"/>
              </a:buClr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578EAF-8C25-A047-8EAD-BFDA799F3C0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B327F5A-7D8F-4012-9A1A-2197D74A174F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7114729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Head Only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2E61E00C-A024-71C3-971F-1AFA495F9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762" y="224941"/>
            <a:ext cx="8349916" cy="507831"/>
          </a:xfrm>
        </p:spPr>
        <p:txBody>
          <a:bodyPr anchor="ctr"/>
          <a:lstStyle>
            <a:lvl1pPr algn="l">
              <a:lnSpc>
                <a:spcPct val="100000"/>
              </a:lnSpc>
              <a:defRPr>
                <a:solidFill>
                  <a:srgbClr val="00509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F001916-F7A2-9C60-E52F-967F1784204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327F5A-7D8F-4012-9A1A-2197D74A174F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6090407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E166F80-42B6-B58C-AD1E-50DC29A8630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327F5A-7D8F-4012-9A1A-2197D74A174F}" type="slidenum">
              <a:rPr lang="en-IN" smtClean="0"/>
              <a:pPr/>
              <a:t>‹#›</a:t>
            </a:fld>
            <a:endParaRPr lang="en-IN" dirty="0"/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036639" y="998545"/>
            <a:ext cx="7072312" cy="2169825"/>
          </a:xfrm>
        </p:spPr>
        <p:txBody>
          <a:bodyPr vert="horz" wrap="square" lIns="91440" tIns="45720" rIns="91440" bIns="45720" rtlCol="0" anchor="b" anchorCtr="0">
            <a:spAutoFit/>
          </a:bodyPr>
          <a:lstStyle>
            <a:lvl1pPr marL="280988" indent="-91440">
              <a:lnSpc>
                <a:spcPct val="90000"/>
              </a:lnSpc>
              <a:defRPr lang="en-US" sz="3000" kern="2200" spc="0" baseline="0" dirty="0">
                <a:latin typeface="+mn-lt"/>
              </a:defRPr>
            </a:lvl1pPr>
          </a:lstStyle>
          <a:p>
            <a:pPr lvl="0"/>
            <a:r>
              <a:rPr lang="en-US" dirty="0"/>
              <a:t>“Lorem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, semper </a:t>
            </a:r>
            <a:r>
              <a:rPr lang="en-US" dirty="0" err="1"/>
              <a:t>odio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, </a:t>
            </a:r>
            <a:r>
              <a:rPr lang="en-US" dirty="0" err="1"/>
              <a:t>interdum</a:t>
            </a:r>
            <a:r>
              <a:rPr lang="en-US" dirty="0"/>
              <a:t> </a:t>
            </a:r>
            <a:r>
              <a:rPr lang="en-US" dirty="0" err="1"/>
              <a:t>turpis</a:t>
            </a:r>
            <a:r>
              <a:rPr lang="en-US" dirty="0"/>
              <a:t>. </a:t>
            </a:r>
            <a:r>
              <a:rPr lang="en-US" dirty="0" err="1"/>
              <a:t>Proin</a:t>
            </a:r>
            <a:r>
              <a:rPr lang="en-US" dirty="0"/>
              <a:t> </a:t>
            </a:r>
            <a:r>
              <a:rPr lang="en-US" dirty="0" err="1"/>
              <a:t>placerat</a:t>
            </a:r>
            <a:r>
              <a:rPr lang="en-US" dirty="0"/>
              <a:t> ipsum mi, ac </a:t>
            </a:r>
            <a:r>
              <a:rPr lang="en-US" dirty="0" err="1"/>
              <a:t>sodales</a:t>
            </a:r>
            <a:r>
              <a:rPr lang="en-US" dirty="0"/>
              <a:t> </a:t>
            </a:r>
            <a:r>
              <a:rPr lang="en-US" dirty="0" err="1"/>
              <a:t>tellus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amet</a:t>
            </a:r>
            <a:r>
              <a:rPr lang="en-US" dirty="0"/>
              <a:t> dolor.”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1036637" y="3383309"/>
            <a:ext cx="7072313" cy="541425"/>
          </a:xfrm>
        </p:spPr>
        <p:txBody>
          <a:bodyPr vert="horz" wrap="square" lIns="91440" tIns="45720" rIns="91440" bIns="45720" rtlCol="0">
            <a:noAutofit/>
          </a:bodyPr>
          <a:lstStyle>
            <a:lvl1pPr marL="0" indent="0" algn="r">
              <a:spcBef>
                <a:spcPts val="300"/>
              </a:spcBef>
              <a:buNone/>
              <a:defRPr lang="en-US" sz="1800" baseline="0" dirty="0" smtClean="0">
                <a:solidFill>
                  <a:srgbClr val="525252"/>
                </a:solidFill>
                <a:latin typeface="+mn-lt"/>
              </a:defRPr>
            </a:lvl1pPr>
            <a:lvl2pPr marL="230187" indent="0">
              <a:buNone/>
              <a:defRPr lang="en-US" dirty="0" smtClean="0"/>
            </a:lvl2pPr>
            <a:lvl3pPr marL="515937" indent="0">
              <a:buNone/>
              <a:defRPr lang="en-US" dirty="0" smtClean="0"/>
            </a:lvl3pPr>
            <a:lvl4pPr marL="800100" indent="0">
              <a:buNone/>
              <a:defRPr lang="en-US" dirty="0" smtClean="0"/>
            </a:lvl4pPr>
            <a:lvl5pPr marL="1085850" indent="0">
              <a:buNone/>
              <a:defRPr lang="en-US" dirty="0"/>
            </a:lvl5pPr>
          </a:lstStyle>
          <a:p>
            <a:pPr lvl="0"/>
            <a:r>
              <a:rPr lang="en-US" dirty="0"/>
              <a:t>—Author’s Name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CCE492-C280-5201-CBB5-16A9AEF429D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327F5A-7D8F-4012-9A1A-2197D74A174F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5213682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A5BABDC-CE89-5D10-A2FB-2F855A64219D}"/>
              </a:ext>
            </a:extLst>
          </p:cNvPr>
          <p:cNvSpPr/>
          <p:nvPr userDrawn="1"/>
        </p:nvSpPr>
        <p:spPr bwMode="auto">
          <a:xfrm>
            <a:off x="0" y="0"/>
            <a:ext cx="9143999" cy="1955800"/>
          </a:xfrm>
          <a:prstGeom prst="rect">
            <a:avLst/>
          </a:prstGeom>
          <a:gradFill flip="none" rotWithShape="1">
            <a:gsLst>
              <a:gs pos="0">
                <a:srgbClr val="004170"/>
              </a:gs>
              <a:gs pos="50000">
                <a:srgbClr val="005094"/>
              </a:gs>
              <a:gs pos="100000">
                <a:srgbClr val="004170"/>
              </a:gs>
            </a:gsLst>
            <a:path path="circle">
              <a:fillToRect l="100000" t="100000"/>
            </a:path>
            <a:tileRect r="-100000" b="-100000"/>
          </a:gradFill>
          <a:ln w="19050" algn="ctr">
            <a:noFill/>
            <a:miter lim="800000"/>
            <a:headEnd/>
            <a:tailEnd/>
          </a:ln>
        </p:spPr>
        <p:txBody>
          <a:bodyPr wrap="none" rtlCol="0" anchor="ctr"/>
          <a:lstStyle/>
          <a:p>
            <a:pPr algn="ctr">
              <a:lnSpc>
                <a:spcPct val="90000"/>
              </a:lnSpc>
            </a:pPr>
            <a:endParaRPr lang="en-US" sz="1600" b="1" dirty="0" err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0A8F41F8-F19F-D315-422E-A1602CCDB2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36637" y="2445200"/>
            <a:ext cx="6950076" cy="517065"/>
          </a:xfrm>
        </p:spPr>
        <p:txBody>
          <a:bodyPr/>
          <a:lstStyle>
            <a:lvl1pPr algn="l">
              <a:defRPr sz="3600">
                <a:solidFill>
                  <a:srgbClr val="005094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pic>
        <p:nvPicPr>
          <p:cNvPr id="2" name="Picture 1" descr="A black and white sign with white text&#10;&#10;Description automatically generated">
            <a:extLst>
              <a:ext uri="{FF2B5EF4-FFF2-40B4-BE49-F238E27FC236}">
                <a16:creationId xmlns:a16="http://schemas.microsoft.com/office/drawing/2014/main" id="{42EC46E9-2F40-2609-8586-6453277E5DC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6637" y="552043"/>
            <a:ext cx="3535363" cy="814976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EABF4AB-5CB0-7B2D-BF27-32A2FB979959}"/>
              </a:ext>
            </a:extLst>
          </p:cNvPr>
          <p:cNvSpPr/>
          <p:nvPr userDrawn="1"/>
        </p:nvSpPr>
        <p:spPr bwMode="auto">
          <a:xfrm>
            <a:off x="-2" y="4817444"/>
            <a:ext cx="9143999" cy="326056"/>
          </a:xfrm>
          <a:prstGeom prst="rect">
            <a:avLst/>
          </a:prstGeom>
          <a:gradFill flip="none" rotWithShape="1">
            <a:gsLst>
              <a:gs pos="0">
                <a:srgbClr val="005094"/>
              </a:gs>
              <a:gs pos="50000">
                <a:srgbClr val="005094"/>
              </a:gs>
              <a:gs pos="75000">
                <a:srgbClr val="3A195B"/>
              </a:gs>
            </a:gsLst>
            <a:path path="circle">
              <a:fillToRect l="100000" t="100000"/>
            </a:path>
            <a:tileRect r="-100000" b="-100000"/>
          </a:gradFill>
          <a:ln w="19050" algn="ctr">
            <a:noFill/>
            <a:miter lim="800000"/>
            <a:headEnd/>
            <a:tailEnd/>
          </a:ln>
        </p:spPr>
        <p:txBody>
          <a:bodyPr wrap="none" rtlCol="0" anchor="ctr"/>
          <a:lstStyle/>
          <a:p>
            <a:pPr algn="l">
              <a:lnSpc>
                <a:spcPct val="90000"/>
              </a:lnSpc>
            </a:pPr>
            <a:endParaRPr lang="en-US" sz="1200" b="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E1005B-8E19-7B09-A5A7-6AA5B23AF9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327F5A-7D8F-4012-9A1A-2197D74A174F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798273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139215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1F2F2"/>
            </a:gs>
            <a:gs pos="100000">
              <a:srgbClr val="EBEBEC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 bwMode="auto">
          <a:xfrm>
            <a:off x="-2" y="4817444"/>
            <a:ext cx="9143999" cy="326056"/>
          </a:xfrm>
          <a:prstGeom prst="rect">
            <a:avLst/>
          </a:prstGeom>
          <a:gradFill flip="none" rotWithShape="1">
            <a:gsLst>
              <a:gs pos="0">
                <a:srgbClr val="005094"/>
              </a:gs>
              <a:gs pos="50000">
                <a:srgbClr val="005094"/>
              </a:gs>
              <a:gs pos="75000">
                <a:srgbClr val="3A195B"/>
              </a:gs>
            </a:gsLst>
            <a:path path="circle">
              <a:fillToRect l="100000" t="100000"/>
            </a:path>
            <a:tileRect r="-100000" b="-100000"/>
          </a:gradFill>
          <a:ln w="19050" algn="ctr">
            <a:noFill/>
            <a:miter lim="800000"/>
            <a:headEnd/>
            <a:tailEnd/>
          </a:ln>
        </p:spPr>
        <p:txBody>
          <a:bodyPr wrap="none" rtlCol="0" anchor="ctr"/>
          <a:lstStyle/>
          <a:p>
            <a:pPr algn="l">
              <a:lnSpc>
                <a:spcPct val="90000"/>
              </a:lnSpc>
            </a:pPr>
            <a:endParaRPr lang="en-US" sz="1200" b="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36638" y="633475"/>
            <a:ext cx="7072312" cy="438582"/>
          </a:xfrm>
          <a:prstGeom prst="rect">
            <a:avLst/>
          </a:prstGeom>
        </p:spPr>
        <p:txBody>
          <a:bodyPr vert="horz" wrap="square" lIns="0" tIns="0" rIns="0" bIns="45720" rtlCol="0" anchor="t" anchorCtr="0">
            <a:spAutoFit/>
          </a:bodyPr>
          <a:lstStyle/>
          <a:p>
            <a:r>
              <a:rPr lang="en-US" dirty="0"/>
              <a:t>Slide Title Here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36638" y="1108347"/>
            <a:ext cx="7072312" cy="3171045"/>
          </a:xfrm>
          <a:prstGeom prst="rect">
            <a:avLst/>
          </a:prstGeom>
        </p:spPr>
        <p:txBody>
          <a:bodyPr vert="horz" wrap="square" lIns="0" tIns="0" rIns="0" bIns="45720" rtlCol="0">
            <a:noAutofit/>
          </a:bodyPr>
          <a:lstStyle/>
          <a:p>
            <a:pPr lvl="0"/>
            <a:r>
              <a:rPr lang="en-US" dirty="0"/>
              <a:t>Click to edit bullet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9" name="Picture 8" descr="A blue and black logo&#10;&#10;Description automatically generated">
            <a:extLst>
              <a:ext uri="{FF2B5EF4-FFF2-40B4-BE49-F238E27FC236}">
                <a16:creationId xmlns:a16="http://schemas.microsoft.com/office/drawing/2014/main" id="{56EBD2BB-939E-8183-DA57-9EBF0EB8BEC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4"/>
          <a:srcRect r="74035"/>
          <a:stretch/>
        </p:blipFill>
        <p:spPr>
          <a:xfrm>
            <a:off x="8366780" y="118792"/>
            <a:ext cx="712936" cy="720000"/>
          </a:xfrm>
          <a:prstGeom prst="rect">
            <a:avLst/>
          </a:prstGeom>
        </p:spPr>
      </p:pic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99E92E5-B5F9-59B9-2C09-DCBBBD1447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66073" y="4817444"/>
            <a:ext cx="514350" cy="3260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4B327F5A-7D8F-4012-9A1A-2197D74A174F}" type="slidenum">
              <a:rPr lang="en-IN" smtClean="0"/>
              <a:pPr/>
              <a:t>‹#›</a:t>
            </a:fld>
            <a:endParaRPr lang="en-I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14" r:id="rId1"/>
    <p:sldLayoutId id="2147484015" r:id="rId2"/>
    <p:sldLayoutId id="2147484028" r:id="rId3"/>
    <p:sldLayoutId id="2147484023" r:id="rId4"/>
    <p:sldLayoutId id="2147484025" r:id="rId5"/>
    <p:sldLayoutId id="2147484029" r:id="rId6"/>
    <p:sldLayoutId id="2147484026" r:id="rId7"/>
    <p:sldLayoutId id="2147484027" r:id="rId8"/>
    <p:sldLayoutId id="2147483944" r:id="rId9"/>
    <p:sldLayoutId id="2147483940" r:id="rId10"/>
    <p:sldLayoutId id="2147483947" r:id="rId11"/>
    <p:sldLayoutId id="2147484031" r:id="rId12"/>
  </p:sldLayoutIdLst>
  <p:transition>
    <p:fade/>
  </p:transition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lang="en-US" sz="3000" b="0" kern="1200" cap="none" spc="0" baseline="0" dirty="0" smtClean="0">
          <a:solidFill>
            <a:srgbClr val="005094"/>
          </a:solidFill>
          <a:latin typeface="+mj-lt"/>
          <a:ea typeface="Roboto" panose="02000000000000000000" pitchFamily="2" charset="0"/>
          <a:cs typeface="Roboto" panose="02000000000000000000" pitchFamily="2" charset="0"/>
        </a:defRPr>
      </a:lvl1pPr>
    </p:titleStyle>
    <p:bodyStyle>
      <a:lvl1pPr marL="168275" indent="-168275" algn="l" defTabSz="914400" rtl="0" eaLnBrk="1" latinLnBrk="0" hangingPunct="1">
        <a:lnSpc>
          <a:spcPct val="100000"/>
        </a:lnSpc>
        <a:spcBef>
          <a:spcPts val="1000"/>
        </a:spcBef>
        <a:buClr>
          <a:srgbClr val="005094"/>
        </a:buClr>
        <a:buFont typeface="Wingdings" panose="05000000000000000000" pitchFamily="2" charset="2"/>
        <a:buChar char="§"/>
        <a:defRPr lang="en-US" sz="1800" b="0" kern="1200" dirty="0" smtClean="0">
          <a:solidFill>
            <a:srgbClr val="525252"/>
          </a:solidFill>
          <a:latin typeface="+mn-lt"/>
          <a:ea typeface="Roboto" panose="02000000000000000000" pitchFamily="2" charset="0"/>
          <a:cs typeface="Roboto" panose="02000000000000000000" pitchFamily="2" charset="0"/>
        </a:defRPr>
      </a:lvl1pPr>
      <a:lvl2pPr marL="457200" indent="-227013" algn="l" defTabSz="914400" rtl="0" eaLnBrk="1" latinLnBrk="0" hangingPunct="1">
        <a:lnSpc>
          <a:spcPct val="100000"/>
        </a:lnSpc>
        <a:spcBef>
          <a:spcPts val="1000"/>
        </a:spcBef>
        <a:buClr>
          <a:srgbClr val="005094"/>
        </a:buClr>
        <a:buFont typeface="Arial" panose="020B0604020202020204" pitchFamily="34" charset="0"/>
        <a:buChar char="•"/>
        <a:defRPr lang="en-US" sz="1800" b="0" kern="1200" dirty="0" smtClean="0">
          <a:solidFill>
            <a:srgbClr val="525252"/>
          </a:solidFill>
          <a:latin typeface="+mn-lt"/>
          <a:ea typeface="Roboto" panose="02000000000000000000" pitchFamily="2" charset="0"/>
          <a:cs typeface="Roboto" panose="02000000000000000000" pitchFamily="2" charset="0"/>
        </a:defRPr>
      </a:lvl2pPr>
      <a:lvl3pPr marL="742950" indent="-227013" algn="l" defTabSz="914400" rtl="0" eaLnBrk="1" latinLnBrk="0" hangingPunct="1">
        <a:lnSpc>
          <a:spcPct val="100000"/>
        </a:lnSpc>
        <a:spcBef>
          <a:spcPts val="1000"/>
        </a:spcBef>
        <a:buClr>
          <a:srgbClr val="005094"/>
        </a:buClr>
        <a:buFont typeface="Arial" panose="020B0604020202020204" pitchFamily="34" charset="0"/>
        <a:buChar char="•"/>
        <a:defRPr lang="en-US" sz="1800" b="0" kern="1200" dirty="0" smtClean="0">
          <a:solidFill>
            <a:srgbClr val="525252"/>
          </a:solidFill>
          <a:latin typeface="+mn-lt"/>
          <a:ea typeface="Roboto" panose="02000000000000000000" pitchFamily="2" charset="0"/>
          <a:cs typeface="Roboto" panose="02000000000000000000" pitchFamily="2" charset="0"/>
        </a:defRPr>
      </a:lvl3pPr>
      <a:lvl4pPr marL="1028700" indent="-228600" algn="l" defTabSz="914400" rtl="0" eaLnBrk="1" latinLnBrk="0" hangingPunct="1">
        <a:lnSpc>
          <a:spcPct val="100000"/>
        </a:lnSpc>
        <a:spcBef>
          <a:spcPts val="1000"/>
        </a:spcBef>
        <a:buClr>
          <a:srgbClr val="005094"/>
        </a:buClr>
        <a:buFont typeface="Arial" panose="020B0604020202020204" pitchFamily="34" charset="0"/>
        <a:buChar char="•"/>
        <a:defRPr lang="en-US" sz="1800" b="0" kern="1200" dirty="0" smtClean="0">
          <a:solidFill>
            <a:srgbClr val="525252"/>
          </a:solidFill>
          <a:latin typeface="+mn-lt"/>
          <a:ea typeface="Roboto" panose="02000000000000000000" pitchFamily="2" charset="0"/>
          <a:cs typeface="Roboto" panose="02000000000000000000" pitchFamily="2" charset="0"/>
        </a:defRPr>
      </a:lvl4pPr>
      <a:lvl5pPr marL="1312863" indent="-227013" algn="l" defTabSz="914400" rtl="0" eaLnBrk="1" latinLnBrk="0" hangingPunct="1">
        <a:lnSpc>
          <a:spcPct val="100000"/>
        </a:lnSpc>
        <a:spcBef>
          <a:spcPts val="1000"/>
        </a:spcBef>
        <a:buClr>
          <a:srgbClr val="005094"/>
        </a:buClr>
        <a:buFont typeface="Arial" panose="020B0604020202020204" pitchFamily="34" charset="0"/>
        <a:buChar char="•"/>
        <a:defRPr lang="en-US" sz="1800" b="0" kern="1200" dirty="0">
          <a:solidFill>
            <a:srgbClr val="525252"/>
          </a:solidFill>
          <a:latin typeface="+mn-lt"/>
          <a:ea typeface="Roboto" panose="02000000000000000000" pitchFamily="2" charset="0"/>
          <a:cs typeface="Roboto" panose="02000000000000000000" pitchFamily="2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lidemake.com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lidemake.com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44769" y="2315605"/>
            <a:ext cx="7924800" cy="489365"/>
          </a:xfrm>
        </p:spPr>
        <p:txBody>
          <a:bodyPr/>
          <a:lstStyle/>
          <a:p>
            <a:pPr algn="ctr"/>
            <a:r>
              <a:rPr lang="en-US" sz="3200" b="1" dirty="0" smtClean="0"/>
              <a:t>CLOUD APPLICATION DEVELOPMENT</a:t>
            </a:r>
            <a:endParaRPr lang="en-US" sz="3200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264403" y="3029639"/>
            <a:ext cx="8550985" cy="376881"/>
          </a:xfrm>
        </p:spPr>
        <p:txBody>
          <a:bodyPr/>
          <a:lstStyle/>
          <a:p>
            <a:r>
              <a:rPr lang="en-US" dirty="0"/>
              <a:t>Topic Title </a:t>
            </a:r>
            <a:r>
              <a:rPr lang="en-US" dirty="0" smtClean="0"/>
              <a:t>– </a:t>
            </a:r>
            <a:r>
              <a:rPr lang="en-US" sz="2400" dirty="0">
                <a:solidFill>
                  <a:srgbClr val="FF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Reduce Rick And Confidently Accelerate Your </a:t>
            </a:r>
            <a:r>
              <a:rPr lang="en-US" sz="2400" dirty="0" smtClean="0">
                <a:solidFill>
                  <a:srgbClr val="FF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Business </a:t>
            </a:r>
            <a:r>
              <a:rPr lang="en-US" sz="2400" dirty="0">
                <a:solidFill>
                  <a:srgbClr val="FF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 The Cloud</a:t>
            </a:r>
            <a:endParaRPr lang="en-US" sz="2400" dirty="0">
              <a:solidFill>
                <a:srgbClr val="FF0000"/>
              </a:solidFill>
            </a:endParaRPr>
          </a:p>
          <a:p>
            <a:r>
              <a:rPr lang="en-US" sz="2400" dirty="0"/>
              <a:t/>
            </a:r>
            <a:br>
              <a:rPr lang="en-US" sz="2400" dirty="0"/>
            </a:br>
            <a:endParaRPr lang="en-US" sz="2400" b="1" dirty="0"/>
          </a:p>
          <a:p>
            <a:pPr>
              <a:lnSpc>
                <a:spcPts val="2625"/>
              </a:lnSpc>
            </a:pPr>
            <a:endParaRPr lang="en-US" sz="1000" b="1" dirty="0">
              <a:solidFill>
                <a:srgbClr val="004170"/>
              </a:solidFill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2368062" y="3752850"/>
            <a:ext cx="5122984" cy="1219688"/>
          </a:xfrm>
        </p:spPr>
        <p:txBody>
          <a:bodyPr/>
          <a:lstStyle/>
          <a:p>
            <a:r>
              <a:rPr lang="en-US" dirty="0"/>
              <a:t>Presenter’s Name – </a:t>
            </a:r>
            <a:r>
              <a:rPr lang="en-US" dirty="0" smtClean="0"/>
              <a:t>KS R Sagar</a:t>
            </a:r>
            <a:endParaRPr lang="en-US" dirty="0">
              <a:solidFill>
                <a:srgbClr val="0070C0"/>
              </a:solidFill>
              <a:latin typeface="+mj-lt"/>
            </a:endParaRPr>
          </a:p>
          <a:p>
            <a:r>
              <a:rPr lang="en-US" dirty="0"/>
              <a:t>Presenter’s ID       – </a:t>
            </a:r>
            <a:r>
              <a:rPr lang="en-US" dirty="0" smtClean="0"/>
              <a:t>IARE11024</a:t>
            </a:r>
            <a:endParaRPr lang="en-US" dirty="0">
              <a:solidFill>
                <a:srgbClr val="0070C0"/>
              </a:solidFill>
              <a:latin typeface="+mj-lt"/>
            </a:endParaRPr>
          </a:p>
          <a:p>
            <a:r>
              <a:rPr lang="en-US" dirty="0"/>
              <a:t>Department Name - </a:t>
            </a:r>
            <a:r>
              <a:rPr lang="en-US" dirty="0" smtClean="0"/>
              <a:t>IT</a:t>
            </a:r>
            <a:endParaRPr lang="en-US" dirty="0">
              <a:solidFill>
                <a:srgbClr val="0070C0"/>
              </a:solidFill>
              <a:latin typeface="+mj-lt"/>
            </a:endParaRPr>
          </a:p>
          <a:p>
            <a:r>
              <a:rPr lang="en-US" dirty="0"/>
              <a:t>Lecture Number     - </a:t>
            </a:r>
            <a:r>
              <a:rPr lang="en-US" dirty="0" smtClean="0"/>
              <a:t>56</a:t>
            </a:r>
            <a:endParaRPr lang="en-US" dirty="0">
              <a:solidFill>
                <a:srgbClr val="0070C0"/>
              </a:solidFill>
              <a:latin typeface="+mj-lt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697F3F-9EED-8F52-2E31-5C593DDC36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66073" y="4817444"/>
            <a:ext cx="514350" cy="326056"/>
          </a:xfrm>
        </p:spPr>
        <p:txBody>
          <a:bodyPr/>
          <a:lstStyle/>
          <a:p>
            <a:fld id="{4B327F5A-7D8F-4012-9A1A-2197D74A174F}" type="slidenum">
              <a:rPr lang="en-IN" smtClean="0"/>
              <a:pPr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53256293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b="1" dirty="0">
                <a:solidFill>
                  <a:srgbClr val="FF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Reduce Rick And Confidently Accelerate Your Bussiness In The Cloud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3" name="Text 1">
            <a:hlinkClick r:id="rId3"/>
          </p:cNvPr>
          <p:cNvSpPr/>
          <p:nvPr/>
        </p:nvSpPr>
        <p:spPr>
          <a:xfrm>
            <a:off x="7315200" y="45720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4004503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Prevent Threats In Without Impacting Your Clouds Efficiency</a:t>
            </a:r>
            <a:endParaRPr lang="en-US" sz="3000" dirty="0"/>
          </a:p>
        </p:txBody>
      </p:sp>
      <p:sp>
        <p:nvSpPr>
          <p:cNvPr id="3" name="Text 1">
            <a:hlinkClick r:id="rId3"/>
          </p:cNvPr>
          <p:cNvSpPr/>
          <p:nvPr/>
        </p:nvSpPr>
        <p:spPr>
          <a:xfrm>
            <a:off x="7315200" y="45720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b="0" u="sng" dirty="0">
                <a:solidFill>
                  <a:srgbClr val="357EC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SlideMake.com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3010693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Introduction to Cloud Security and Efficiency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Protecting cloud environments is essential to prevent threats that can compromise data and operations.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Balancing security measures with cloud efficiency ensures optimal performance without unnecessary overhead.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presentation explores strategies to prevent threats while maintaining cloud agility and cost-effectiveness.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5082999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Understanding Cloud Threat Landscape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Cloud threats include malware, data breaches, insider threats, and misconfigurations.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Attackers often exploit vulnerabilities in cloud services to gain unauthorized access.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Staying informed about evolving threats helps organizations implement proactive security measures.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7178915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Principles of Secure Cloud Architecture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Designing a secure cloud architecture involves segmentation, least privilege access, and redundancy.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Automated security controls can help detect and respond to threats swiftly.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well-architected cloud setup minimizes attack surfaces without compromising performance.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8473346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Implementing Threat Detection and Monitoring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Continuous monitoring tools provide real-time visibility into cloud activities and anomalies.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AI-driven threat detection can identify unusual patterns without impacting cloud throughput.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Early detection allows for swift response, reducing potential damage and maintaining efficiency.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1525548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Leveraging Automation and Orchestration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Automated security policies enable rapid responses to threats with minimal manual intervention.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Orchestration tools streamline security workflows, reducing response times and errors.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Automation minimizes performance impact by handling security tasks seamlessly within cloud operations.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8766462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Best Practices for Cost-Effective Security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Use cloud-native security services that are scalable and integrated into your cloud platform.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Regularly review and optimize security configurations to avoid unnecessary resource consumption.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Balance security investments with operational needs to ensure cloud efficiency is maintained.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0334977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Employee Training and Access Control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Educating staff about security best practices reduces the risk of insider threats and mistakes.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Implementing strict access controls limits exposure of sensitive data and systems.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Continuous training and audits help maintain a strong security posture without hindering productivity.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364304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Summary and Key Takeaways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Effective cloud security requires a proactive and balanced approach that preserves efficiency.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Utilizing automation, continuous monitoring, and best practices enhances threat prevention.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Regular reviews and staff training are essential for maintaining a secure and efficient cloud environment.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1635510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Introduction to Cloud Business Growth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cloud offers scalable solutions to accelerate business growth efficiently.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Reducing risks is essential for maintaining stability during rapid expansion.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Confidence in cloud strategies enables businesses to innovate and stay competitive.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2264170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Understanding Cloud Risks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Common risks include data breaches, downtime, and compliance issues.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Unmanaged cloud environments can lead to increased security vulnerabilities.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Identifying potential risks early helps in developing effective mitigation strategies.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3888862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Strategies to Reduce Cloud Risks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Implement robust security measures such as encryption and access controls.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Regularly conduct security audits and vulnerability assessments.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Develop comprehensive disaster recovery and backup plans for data resilience.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4286459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Building Confidence in Cloud Adoption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Start with a clear cloud migration plan aligned with business objectives.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Use proven cloud service providers with strong security and compliance standards.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Invest in staff training to ensure team members are confident and knowledgeable.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8861828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Accelerating Business with Cloud Technologies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Leverage cloud-based tools for faster deployment and scalability.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Adopt automation and AI to optimize operations and reduce manual effort.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Use data analytics and business intelligence to make informed decisions rapidly.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9297892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Best Practices for Cloud Optimization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Continuously monitor cloud resources to identify and eliminate inefficiencies.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Optimize costs by choosing the right services and rightsizing resources.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Regularly review and update cloud strategies to adapt to evolving business needs.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124757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Ensuring Security and Compliance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Stay updated with industry regulations and ensure compliance in cloud environments.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Use multi-factor authentication and identity management tools for enhanced security.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Educate employees on security best practices to prevent human errors.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625428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Leveraging Cloud Innovations for Competitive Advantage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Integrate emerging technologies like IoT, AI, and machine learning into business processes.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Develop innovative products and services enabled by cloud capabilities.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Foster a culture of continuous innovation and agility within the organization.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9738749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Measuring Success and ROI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Define clear KPIs to track cloud adoption, risk reduction, and performance.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Use analytics to measure cost savings, efficiency gains, and customer satisfaction.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Regularly review outcomes and adjust strategies to maximize return on investment.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8683819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Conclusion and Future Outlook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Embracing cloud technology with a focus on risk reduction builds confidence for growth.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Continuous improvement and innovation are key to maintaining competitive advantage.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future of business in the cloud promises increased agility, security, and success.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0136878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EC1975-3734-25CE-84DB-DEEF91F68A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54575" y="2503815"/>
            <a:ext cx="6950076" cy="490904"/>
          </a:xfrm>
        </p:spPr>
        <p:txBody>
          <a:bodyPr/>
          <a:lstStyle/>
          <a:p>
            <a:pPr algn="ctr"/>
            <a:r>
              <a:rPr lang="en-GB" sz="3400" b="1" dirty="0">
                <a:solidFill>
                  <a:srgbClr val="51237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530849E-F7A6-5ED3-F0DD-CF5FC48A9C6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327F5A-7D8F-4012-9A1A-2197D74A174F}" type="slidenum">
              <a:rPr lang="en-IN" smtClean="0"/>
              <a:pPr/>
              <a:t>22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39340172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MC Powerpoint Template">
  <a:themeElements>
    <a:clrScheme name="Custom 1">
      <a:dk1>
        <a:srgbClr val="005094"/>
      </a:dk1>
      <a:lt1>
        <a:srgbClr val="FFFFFF"/>
      </a:lt1>
      <a:dk2>
        <a:srgbClr val="FFFFFF"/>
      </a:dk2>
      <a:lt2>
        <a:srgbClr val="FFFFFF"/>
      </a:lt2>
      <a:accent1>
        <a:srgbClr val="005094"/>
      </a:accent1>
      <a:accent2>
        <a:srgbClr val="525252"/>
      </a:accent2>
      <a:accent3>
        <a:srgbClr val="525252"/>
      </a:accent3>
      <a:accent4>
        <a:srgbClr val="005094"/>
      </a:accent4>
      <a:accent5>
        <a:srgbClr val="525252"/>
      </a:accent5>
      <a:accent6>
        <a:srgbClr val="005094"/>
      </a:accent6>
      <a:hlink>
        <a:srgbClr val="525252"/>
      </a:hlink>
      <a:folHlink>
        <a:srgbClr val="005094"/>
      </a:folHlink>
    </a:clrScheme>
    <a:fontScheme name="Montgomery College Fon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51237F"/>
        </a:solidFill>
        <a:ln w="19050" algn="ctr">
          <a:noFill/>
          <a:miter lim="800000"/>
          <a:headEnd/>
          <a:tailEnd/>
        </a:ln>
      </a:spPr>
      <a:bodyPr wrap="none" rtlCol="0" anchor="ctr"/>
      <a:lstStyle>
        <a:defPPr algn="ctr">
          <a:lnSpc>
            <a:spcPct val="90000"/>
          </a:lnSpc>
          <a:defRPr sz="1600" b="1" dirty="0" err="1" smtClean="0">
            <a:solidFill>
              <a:schemeClr val="bg1"/>
            </a:solidFill>
            <a:latin typeface="+mj-lt"/>
          </a:defRPr>
        </a:defPPr>
      </a:lstStyle>
    </a:spDef>
    <a:lnDef>
      <a:spPr>
        <a:ln w="28575"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auto">
        <a:noFill/>
        <a:ln w="19050" algn="ctr">
          <a:noFill/>
          <a:miter lim="800000"/>
          <a:headEnd/>
          <a:tailEnd/>
        </a:ln>
      </a:spPr>
      <a:bodyPr wrap="square" lIns="0" tIns="0" rIns="0" bIns="0" rtlCol="0">
        <a:spAutoFit/>
      </a:bodyPr>
      <a:lstStyle>
        <a:defPPr>
          <a:defRPr sz="2000" dirty="0" err="1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Coalesse Palette">
      <a:dk1>
        <a:sysClr val="windowText" lastClr="000000"/>
      </a:dk1>
      <a:lt1>
        <a:sysClr val="window" lastClr="FFFFFF"/>
      </a:lt1>
      <a:dk2>
        <a:srgbClr val="342B2A"/>
      </a:dk2>
      <a:lt2>
        <a:srgbClr val="DAD6CB"/>
      </a:lt2>
      <a:accent1>
        <a:srgbClr val="E55302"/>
      </a:accent1>
      <a:accent2>
        <a:srgbClr val="5F3032"/>
      </a:accent2>
      <a:accent3>
        <a:srgbClr val="005774"/>
      </a:accent3>
      <a:accent4>
        <a:srgbClr val="9BA03C"/>
      </a:accent4>
      <a:accent5>
        <a:srgbClr val="34AA71"/>
      </a:accent5>
      <a:accent6>
        <a:srgbClr val="F3BD48"/>
      </a:accent6>
      <a:hlink>
        <a:srgbClr val="34AA71"/>
      </a:hlink>
      <a:folHlink>
        <a:srgbClr val="8C8C8C"/>
      </a:folHlink>
    </a:clrScheme>
    <a:fontScheme name="Coalesse">
      <a:majorFont>
        <a:latin typeface="Arial"/>
        <a:ea typeface=""/>
        <a:cs typeface=""/>
      </a:majorFont>
      <a:minorFont>
        <a:latin typeface="Garamon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Coalesse Palette">
      <a:dk1>
        <a:sysClr val="windowText" lastClr="000000"/>
      </a:dk1>
      <a:lt1>
        <a:sysClr val="window" lastClr="FFFFFF"/>
      </a:lt1>
      <a:dk2>
        <a:srgbClr val="342B2A"/>
      </a:dk2>
      <a:lt2>
        <a:srgbClr val="DAD6CB"/>
      </a:lt2>
      <a:accent1>
        <a:srgbClr val="E55302"/>
      </a:accent1>
      <a:accent2>
        <a:srgbClr val="5F3032"/>
      </a:accent2>
      <a:accent3>
        <a:srgbClr val="005774"/>
      </a:accent3>
      <a:accent4>
        <a:srgbClr val="9BA03C"/>
      </a:accent4>
      <a:accent5>
        <a:srgbClr val="34AA71"/>
      </a:accent5>
      <a:accent6>
        <a:srgbClr val="F3BD48"/>
      </a:accent6>
      <a:hlink>
        <a:srgbClr val="34AA71"/>
      </a:hlink>
      <a:folHlink>
        <a:srgbClr val="8C8C8C"/>
      </a:folHlink>
    </a:clrScheme>
    <a:fontScheme name="Coalesse">
      <a:majorFont>
        <a:latin typeface="Arial"/>
        <a:ea typeface=""/>
        <a:cs typeface=""/>
      </a:majorFont>
      <a:minorFont>
        <a:latin typeface="Garamon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830</Words>
  <Application>Microsoft Office PowerPoint</Application>
  <PresentationFormat>On-screen Show (16:9)</PresentationFormat>
  <Paragraphs>141</Paragraphs>
  <Slides>22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Arial</vt:lpstr>
      <vt:lpstr>Times New Roman</vt:lpstr>
      <vt:lpstr>Wingdings</vt:lpstr>
      <vt:lpstr>Roboto</vt:lpstr>
      <vt:lpstr>Garamond</vt:lpstr>
      <vt:lpstr>MC Powerpoint Template</vt:lpstr>
      <vt:lpstr>CLOUD APPLICATION DEVELOPMENT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/>
  <cp:revision>1</cp:revision>
  <dcterms:created xsi:type="dcterms:W3CDTF">2016-09-09T13:34:50Z</dcterms:created>
  <dcterms:modified xsi:type="dcterms:W3CDTF">2026-10-05T06:02:49Z</dcterms:modified>
</cp:coreProperties>
</file>